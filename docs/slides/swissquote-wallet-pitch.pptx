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the bank builds the tool, but never holds the keys.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who wants their own keys withdraws to an external wallet. Swissquote loses the next trades, the conversions back to CHF and often the relationship. A lost seed phrase means lost funds, and Swissquote cannot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 two models: the client's own seed, and an on-chain rule. The delay is a consensus rule, not a promise of our software. That is where we differ from a 2-of-3 MPC. Compared with five models in docs/custody-models.md.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is real, yellow is mocked, blue-grey is a reference implementation. The bank mock is a separate process with its own storage. The client app holds no private key: checked by validate:inv5 with a positive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wallet is created from inside the e-banking session, so Swissquote knows which public keys belong to which client. Passkey step-up above 0.2 BTC. Ethereum threshold is not configured: said openly. Wallet unlock by biometrics (WebAuthn PRF) was verified by typecheck, build and UI text only, not by an end-to-end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steps. The network itself rejected the early broadcast: non-BIP68-final. After D it is accepted. Real signet recovery: tx c5ca6873 from the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plainly, including the grey zone. Evidence: attacks 1, 2, 3 on regtest, invariant 1; Ethereum steps 16 and 18 on real Sepolia.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docs/validation holds one report per step with the command and the observed output. Do not claim more than was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Candide's public paymaster pays the gas; it is a third party, not Swissquote. Abuse prevention: the public paymaster is rate-limited per IP; we did not build our own abuse detection. Compliant dApp: only the plain-language decoding of the operation before signing exists, with an unlimited-approval flag. No sanctions screening, no approved dApp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design hypotheses to confirm with a lawyer, as written in docs/travel-rule.md. The ownership proof is BIP-322 on the client key, not on the P2WSH address itself: bip322-js does not handle P2WSH.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figures is a Swissquote figure. The product does not pay for itself on fees alone at illustrative values; the pitch rests on real N, V, f from Swissquote and on strategic value. Break-even: about 2,730 retained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was written very quickly and mainly by the AI and has not been audited. Say so. Slides themselves were drafted with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run the live demo, with the recorded video as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keys. Your control.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step from your Swissquote account.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self-custody wallet Swissquote could launch: the bank builds the tool, but never holds the keys.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EPFL Hackathon · Swissquote track · working prototype on regtest, Bitcoin signet and Ethereum Sepolia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Self-custody today means leaving the bank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withdraws crypto to an external wallet and leaves the Swissquote ecosystem.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for the bank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331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trades, lost conversions back to CHF, often the whole relationship.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46720" y="16459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for the client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331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seed phrase means lost funds. Nobody can help, not even the bank.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answer: keys stay with the client, recovery is built in, and every flow stays one click from the Swissquote account.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Custody: client seed + a rule enforced by Bitcoin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 pk(CLIENT), and( pk(SWISSQUOTE), and( pk(TRUSTED CONTACT), older(D) ) ) 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alone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at any time, even with Swissquote stopped.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alone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Never. Rejected by consensus.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+ contact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coins unmoved for D blocks. Before D: non-BIP68-final.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signet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1540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982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stays active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09828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spend or Refresh restarts the delay.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09828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 = 6 blocks. Production target (parameter): about 6 months. What we give up: a stolen seed is spent at once (mitigated by biometric unlock; hardware wallet in production). MPC does better there.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what is real, what is mocked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E3F6E8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554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 (client/)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e-banking + crypto tab. Public keys and PSBTs only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E3E8F2"/>
          </a:solidFill>
          <a:ln w="15875">
            <a:solidFill>
              <a:srgbClr val="44546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40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Wallet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app, own storage. Seed, biometrics, confirmation screen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4D6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554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bank-mock (Swissquote guardian)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process, own key. Mocked re-KYC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38404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E3F6E8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3840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Trusted-contact console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and signs. Phrase never stored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778240" y="155448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E3F6E8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69680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regtest (bitcoind) + signet (Esplora)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778240" y="384048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E3F6E8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3840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Sepolia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+ Candide recovery module, public paymaster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057400" y="2743200"/>
            <a:ext cx="0" cy="1097280"/>
          </a:xfrm>
          <a:prstGeom prst="line">
            <a:avLst/>
          </a:prstGeom>
          <a:noFill/>
          <a:ln w="19050">
            <a:solidFill>
              <a:srgbClr val="5B667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566160" y="2148840"/>
            <a:ext cx="1097280" cy="0"/>
          </a:xfrm>
          <a:prstGeom prst="line">
            <a:avLst/>
          </a:prstGeom>
          <a:noFill/>
          <a:ln w="19050">
            <a:solidFill>
              <a:srgbClr val="5B667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566160" y="4434840"/>
            <a:ext cx="1097280" cy="0"/>
          </a:xfrm>
          <a:prstGeom prst="line">
            <a:avLst/>
          </a:prstGeom>
          <a:noFill/>
          <a:ln w="19050">
            <a:solidFill>
              <a:srgbClr val="5B667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680960" y="2148840"/>
            <a:ext cx="1097280" cy="0"/>
          </a:xfrm>
          <a:prstGeom prst="line">
            <a:avLst/>
          </a:prstGeom>
          <a:noFill/>
          <a:ln w="19050">
            <a:solidFill>
              <a:srgbClr val="5B667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680960" y="4434840"/>
            <a:ext cx="1097280" cy="0"/>
          </a:xfrm>
          <a:prstGeom prst="line">
            <a:avLst/>
          </a:prstGeom>
          <a:noFill/>
          <a:ln w="19050">
            <a:solidFill>
              <a:srgbClr val="5B6677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green = real   ·   yellow = mocked   ·   blue-grey = reference implementation. Not shown: attack panel (regtest demo).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 and authentication</a:t>
            </a:r>
            <a:endParaRPr lang="en-US" sz="3400" dirty="0"/>
          </a:p>
        </p:txBody>
      </p:sp>
      <p:pic>
        <p:nvPicPr>
          <p:cNvPr id="4" name="Image 0" descr="Crypto tab of the Swissquot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852160" cy="41330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7665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828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generated in the client's own wallet; only the public key goes to the bank. Linked to the client's identity through the bank session.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signing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3291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unlock of the Client Wallet, then a confirmation screen that decodes the transaction itself.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0.2 BTC: passkey re-authentication with Swissquote, then retyping the last 6 characters of the address in the wallet.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the app on real signet. Total value is a market-price reading of test coins.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Recovery: lose the wallet, keep the funds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Re-KYC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23160" y="1463040"/>
            <a:ext cx="457200" cy="457200"/>
          </a:xfrm>
          <a:prstGeom prst="ellipse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wallet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457200" cy="457200"/>
          </a:xfrm>
          <a:prstGeom prst="ellipse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signs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signs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1463040"/>
            <a:ext cx="457200" cy="457200"/>
          </a:xfrm>
          <a:prstGeom prst="ellipse">
            <a:avLst/>
          </a:prstGeom>
          <a:solidFill>
            <a:srgbClr val="E8502B"/>
          </a:solidFill>
          <a:ln w="12700">
            <a:solidFill>
              <a:srgbClr val="E850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Broadcast: refused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921240" y="1463040"/>
            <a:ext cx="457200" cy="457200"/>
          </a:xfrm>
          <a:prstGeom prst="ellipse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21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D: accepted</a:t>
            </a:r>
            <a:endParaRPr lang="en-US" sz="1400" dirty="0"/>
          </a:p>
        </p:txBody>
      </p:sp>
      <p:pic>
        <p:nvPicPr>
          <p:cNvPr id="22" name="Image 0" descr="Recovery rejected by the Bitcoin network before the de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6217920" cy="206654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132320" y="274320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609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an attacker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360920" y="33375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phone and email: the app holds no key, and re-KYC refuses wrong answers (403).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+ contact too early: rejected by consensus.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hostile recovery on Ethereum: the owner can cancel during the delay.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029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on regtest, then on real signet from the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model: the track's three questions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(Safe + recovery module)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could steal the funds?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client. Swissquote + contact together, only on coins unmoved for D blocks.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client. Swissquote + contact together, only if the client does not cancel their recovery in time.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could lock the client out?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Nobody: spending needs no Swissquote and no app.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for the owner key. Without the paymaster (a third party), the client pays gas.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Swissquote move funds without the client?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Alone: no. With the contact: yes after D (the grey zone), unless the client refreshed.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Alone: no, two guardians needed. With the contact: yes after the delay if not cancelled.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limits: Swissquote gone AND key lost = funds lost. Contact loses their key = recovery impossible. A stolen seed spends at once.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points to a recorded run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each with a commit and a report in docs/validation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6459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19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Chrome checks, desktop layout (phone: 20 / 20)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6459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refused or survived against a real node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15400" y="16459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signet transactions: client spend and recovery broadcast at 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Reproduce: npm run regtest:up, then npm run demo (three commands). Checks: validate:6:ui, test:attacks, validate:inv5 (no private key in client/ or its bundle).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full run of the checks listed above was recorded before steps 17 to 36; later steps were verified by typecheck and build, plus browser checks where noted in their reports.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Ethereum with no ETH (gasless)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 on the real Sepolia, with 0 ETH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+ recovery module + two guardians created in one sponsored operation.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alone is refused by the contract.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+ contact start a recovery; finalizing early is refused.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to a new key: the new key owns the Safe, the old one is refused.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cancels a hostile recovery.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1945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Gasless: real, via a public paymaster (third party). Abuse control is the paymaster's rate limit only.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dApp: partial. Operations are decoded in plain language and unlimited approvals are flagged. No sanctions screening, no approved-dApp list.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passkey threshold: not configured.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without a paymaster: not tested.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reading: software, not custody (hypothesis)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alone can never move the funds: consensus refuses.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joint power is Swissquote + a contact chosen by the client, after a delay the client resets by any spend.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grey zone the track names. We argue it rather than deny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Rule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1945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is created inside the bank session, so ownership is proved, not declared.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Swissquote sends only after a signed single-use challenge (BIP-322); a deposit is credited only if all inputs come from a registered wallet.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 third party from the wallet: Swissquote does not sign, so we hypothesise it is not the sending institution.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validate:7 and validate:11 on regtest. Withdrawals are regtest only.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case: an honest break-even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gain = N × p × ( V × f × t + s ) − C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−CHF 67,500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illustrative values: fees alone do not cover the cost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834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2,730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clients needed to break even, other values fixed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2834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55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per retained client per year at those values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 retained trades and conversions, a paid recovery service, new self-custody-minded clients, lower "I lost my phrase" support. The inputs we need from Swissquote: N, V, f, and the current cost of verifying an external address.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AI use and what comes next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seed: spent at once.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external wallets sign this script.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re-KYC and email are mocked.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not audited.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(Opus 5.5, Sonnet 5.5): spec review, code, tests, validation reports, docs, these slides.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decided the custody model; every claim is tied to an executed test.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AI-written cryptography: established libraries only.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0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Taproot: the client spend looks like a normal payment.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Trusted-contact inbox and notifications.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contact.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element or hardware wallet.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 of destinations.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Create. Sign. Lose it. Recover.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Self-custody, with a Swiss bank one step away.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npm run regtest:up, then npm run demo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Swissquote self-custody wallet</dc:title>
  <dc:subject>PptxGenJS Presentation</dc:subject>
  <dc:creator>Swissquote Wallet team</dc:creator>
  <cp:lastModifiedBy>Swissquote Wallet team</cp:lastModifiedBy>
  <cp:revision>1</cp:revision>
  <dcterms:created xsi:type="dcterms:W3CDTF">2026-10-11T06:39:22Z</dcterms:created>
  <dcterms:modified xsi:type="dcterms:W3CDTF">2026-10-11T06:39:22Z</dcterms:modified>
</cp:coreProperties>
</file>