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 s] Self-custody means leaving the bank. We built the wallet where clients keep their keys and stay with Swissquote.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s] Our design is A plus B. A: the client's own key, always able to spend alone. B: a rule enforced by the chain: Swissquote and a trusted contact can recover, but only after a delay. So Swissquote alone can do nothing, before the delay the network refuses, and a lost key is recoverable. All tested on a real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 s] Every point of the brief has a one-line answer here. Two to notice: the server checks a biometric passkey to open the crypto area, so a stolen password gets nothing; and if Swissquote disappears, an Emergency exit signs with the client's key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 s] Why not MPC or a smart wallet? I looked at both first. MPC lets Swissquote and a partner sign immediately: the delay is only software. My first plan, a Safe with a passkey, had too many problems, and it is Ethereum only, so no Bitcoin. So the key is a plain seed and the delay is Bitcoin consensus. On Ethereum, we do use a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[25 s] Why Swissquote? Today self-custody means the client withdraws and takes the trades away. Here the flows stay in the app. Swissquote cannot move the funds alone, so, subject to a lawyer, no custody burden. Travel Rule proofs become automatic. Honestly, break-even is about 2,700 clients at our illustrative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 s] Real: keys, scripts, delays, transactions. Mocked: the bank and the KYC. Now,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743200" cy="506994"/>
          </a:xfrm>
          <a:prstGeom prst="rect">
            <a:avLst/>
          </a:prstGeom>
        </p:spPr>
      </p:pic>
      <p:pic>
        <p:nvPicPr>
          <p:cNvPr id="3" name="Image 1" descr="Swissquote isometric illust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822960"/>
            <a:ext cx="5212080" cy="52120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0080" y="192024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keys.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E5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control.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640080" y="4114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6B74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self-custody wallet one step from your Swissquote account.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640080" y="5212080"/>
            <a:ext cx="4846320" cy="347472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5212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bank builds the tool, but never holds the keys.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EPFL Hackathon · Swissquote track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4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1952244" cy="347472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097280"/>
            <a:ext cx="1952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DEMONSTRATION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B: why it holds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48640" y="2468880"/>
            <a:ext cx="5440680" cy="1371600"/>
          </a:xfrm>
          <a:prstGeom prst="roundRect">
            <a:avLst>
              <a:gd name="adj" fmla="val 106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25603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E5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client's key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108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their own wallet. Spends alone, at any time.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172200" y="2468880"/>
            <a:ext cx="5440680" cy="1371600"/>
          </a:xfrm>
          <a:prstGeom prst="roundRect">
            <a:avLst>
              <a:gd name="adj" fmla="val 1066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0" y="2560320"/>
            <a:ext cx="731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E5E3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rule enforced by the chain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223760" y="31089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Swissquote + a trusted contact, only after a delay D.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+ B  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Swissquote alone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 do nothing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337560" y="4663440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56616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Swissquote + contact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356616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refused by the network before D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126480" y="4663440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35508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 stays active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35508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delay restarts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8915400" y="4663440"/>
            <a:ext cx="2651760" cy="1325880"/>
          </a:xfrm>
          <a:prstGeom prst="roundRect">
            <a:avLst>
              <a:gd name="adj" fmla="val 11034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14400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lost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914400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 after D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4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one tested on a real node. D = 6 blocks in the demo, about 6 months in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4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2144268" cy="347472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097280"/>
            <a:ext cx="21442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REQUIRED POINTS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answer to each point of the brief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Required point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Our answer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Custody model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Client key + on-chain rule. Threat model written, grey zone argued, contact can be changed.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Architecture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Separate processes, each part labelled real or mocked.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Wallet creation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Seed made on the client's own device. The bank only gets public keys.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Authentication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Biometric passkey, checked by the server, to open the crypto area and to sign. Above 0.2 BTC: extra check.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Recovery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Bank + contact after D. A stolen password gets nothing. Swissquote gone: Emergency exit, key alone (Bitcoin).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Business case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Flows stay in the app. Break-even formula with explicit assumptions.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Bonus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63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Gasless: real (public paymaster). Compliant dApp: partial.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4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097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CHOICE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not MPC or a smart wallet?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48640" y="2468880"/>
            <a:ext cx="5440680" cy="265176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91440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MPC 2-of-3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2004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Swissquote + partner can sign at once. The delay would be a rule in their software, so a colluding bank skips it.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library leaves recovery and storage to us: no browser or mobile support (cb-mpc, read in its docs, not run).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2468880"/>
            <a:ext cx="5440680" cy="265176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wallet (Safe + passkey)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32004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first plan. The problems we found: one delay per recovery module, a passkey owner that is itself a contract, and Ethereum only: no Bitcoin.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4545"/>
            </a:avLst>
          </a:prstGeom>
          <a:solidFill>
            <a:srgbClr val="FE5E3A"/>
          </a:solidFill>
          <a:ln w="12700">
            <a:solidFill>
              <a:srgbClr val="FE5E3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So: the key stays a plain seed (A), the delay lives in Bitcoin consensus (B). On Ethereum, where it fits, we do use a Safe.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1920240" cy="3548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1097280"/>
            <a:ext cx="1664208" cy="347472"/>
          </a:xfrm>
          <a:prstGeom prst="roundRect">
            <a:avLst>
              <a:gd name="adj" fmla="val 50000"/>
            </a:avLst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10972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0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SWISSQUOTE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Swissquote gains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548640" y="2468880"/>
            <a:ext cx="3566160" cy="265176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2697480"/>
            <a:ext cx="146304" cy="146304"/>
          </a:xfrm>
          <a:prstGeom prst="ellipse">
            <a:avLst/>
          </a:prstGeom>
          <a:solidFill>
            <a:srgbClr val="FE5E3A"/>
          </a:solidFill>
          <a:ln w="12700">
            <a:solidFill>
              <a:srgbClr val="FE5E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Keeps the flows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5204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Trades and CHF conversions stay in the app instead of leaving with the withdrawal.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297680" y="2468880"/>
            <a:ext cx="3566160" cy="265176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0" y="2697480"/>
            <a:ext cx="146304" cy="146304"/>
          </a:xfrm>
          <a:prstGeom prst="ellipse">
            <a:avLst/>
          </a:prstGeom>
          <a:solidFill>
            <a:srgbClr val="FE5E3A"/>
          </a:solidFill>
          <a:ln w="12700">
            <a:solidFill>
              <a:srgbClr val="FE5E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custody burden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204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Swissquote cannot move the funds alone (hypothesis, to confirm with a lawyer).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046720" y="2468880"/>
            <a:ext cx="3566160" cy="2651760"/>
          </a:xfrm>
          <a:prstGeom prst="roundRect">
            <a:avLst>
              <a:gd name="adj" fmla="val 5517"/>
            </a:avLst>
          </a:prstGeom>
          <a:solidFill>
            <a:srgbClr val="EEF1F7"/>
          </a:solidFill>
          <a:ln w="12700">
            <a:solidFill>
              <a:srgbClr val="EEF1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697480"/>
            <a:ext cx="146304" cy="146304"/>
          </a:xfrm>
          <a:prstGeom prst="ellipse">
            <a:avLst/>
          </a:prstGeom>
          <a:solidFill>
            <a:srgbClr val="FE5E3A"/>
          </a:solidFill>
          <a:ln w="12700">
            <a:solidFill>
              <a:srgbClr val="FE5E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21040" y="2971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272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Lower cost, new clients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8321040" y="352044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Ownership proof for the Travel Rule is automatic. A lost phrase is no longer a lost fund. A bank offer for self-custody-minded clients.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4545"/>
            </a:avLst>
          </a:prstGeom>
          <a:solidFill>
            <a:srgbClr val="22272F"/>
          </a:solidFill>
          <a:ln w="12700">
            <a:solidFill>
              <a:srgbClr val="22272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Honest numbers: with illustrative inputs, break-even is about 2,730 retained clients. We need Swissquote's real volumes.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5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65760"/>
            <a:ext cx="2286000" cy="6858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Swissquo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21208"/>
            <a:ext cx="1920240" cy="3548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and mocked, openly</a:t>
            </a:r>
            <a:endParaRPr lang="en-US" sz="3800" dirty="0"/>
          </a:p>
        </p:txBody>
      </p:sp>
      <p:sp>
        <p:nvSpPr>
          <p:cNvPr id="6" name="Shape 2"/>
          <p:cNvSpPr/>
          <p:nvPr/>
        </p:nvSpPr>
        <p:spPr>
          <a:xfrm>
            <a:off x="548640" y="24688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1440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805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3200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Keys, scripts, delays and transactions on regtest, signet and Sepolia.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172200" y="2468880"/>
            <a:ext cx="5440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53796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Mocked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3200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6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bank, the KYC and the CHF accounts.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Known limit: if Swissquote disappears and the client loses their key, the funds are lost.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Swissquote self-custody wallet (2-minute version)</dc:title>
  <dc:subject>PptxGenJS Presentation</dc:subject>
  <dc:creator>Swissquote Wallet team</dc:creator>
  <cp:lastModifiedBy>Swissquote Wallet team</cp:lastModifiedBy>
  <cp:revision>1</cp:revision>
  <dcterms:created xsi:type="dcterms:W3CDTF">2026-10-11T08:55:15Z</dcterms:created>
  <dcterms:modified xsi:type="dcterms:W3CDTF">2026-10-11T08:55:15Z</dcterms:modified>
</cp:coreProperties>
</file>